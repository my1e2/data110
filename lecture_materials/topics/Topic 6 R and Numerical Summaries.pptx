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6" r:id="rId4"/>
    <p:sldId id="270" r:id="rId5"/>
    <p:sldId id="269" r:id="rId6"/>
    <p:sldId id="267" r:id="rId7"/>
    <p:sldId id="268" r:id="rId8"/>
    <p:sldId id="272" r:id="rId9"/>
    <p:sldId id="274" r:id="rId10"/>
    <p:sldId id="273" r:id="rId11"/>
    <p:sldId id="275" r:id="rId12"/>
    <p:sldId id="276" r:id="rId13"/>
    <p:sldId id="277" r:id="rId14"/>
    <p:sldId id="271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6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BB821-AD3E-4F76-9A4C-73E5083054FB}" type="datetimeFigureOut">
              <a:rPr lang="en-US" smtClean="0"/>
              <a:t>7/22/2022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6D4BF-1BDD-4932-9DD2-46758E8EB1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93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717D02A-009C-471E-AC69-CC293B76A319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25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3FD9-FC2B-4FAE-95FF-98FBF0A2991F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33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92E46-D636-4616-87FF-2C7354F50F17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420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4557-1D72-4308-8E9C-1CA99A6648DF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03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6195-17D5-4EC1-A8E3-6167CD93C602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17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FE6A-575D-4C68-BC50-A6009982B498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80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84262-6B8B-446E-9F21-31758831B740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53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BDA5-E9B7-4C3F-A863-DF90831BFFDE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48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9294-5B4A-46AA-B9C7-A9694365F7F4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88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773D8-E863-4674-9E49-EC72CB2BE6F4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69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75B46-C245-41B5-BB13-7B7A48DD0700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66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2E40-4E13-4E6B-ABCE-1FACDF99C80E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8622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D0FA-875A-4C31-A9FE-F7D7DCE9A6F5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25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49CD-FFB3-46BA-8B63-2798EF3FCA9F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3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4EFA-BC06-44E6-9DCA-6A0ABF2A5F79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3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E109-1C3E-49BD-A8E1-3889E30C0687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383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B4B92-F8B2-4C0F-81B0-2D9A91434F83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45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33AE2-95C7-4094-BFFE-CA57244E4EE1}" type="datetime1">
              <a:rPr lang="en-US" smtClean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455AC-9A71-459F-8ACA-97F21AD83B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38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6AB2-8755-200A-35B5-2B5AB54AF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692724" cy="2387600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5E3E9-F76E-C865-8484-7C34C55742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R To Obtain Numerical Summaries for DATA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2572B-DE91-F544-B70D-9D8816F1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158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363927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544" y="1550505"/>
            <a:ext cx="9840911" cy="4850296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 Student will be able to do the following Using 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&amp; Trimmed Mean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Spread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and Standard Deviation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Number Summary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Missing Values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14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544" y="1941373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Center: Mean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mean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3094082"/>
            <a:ext cx="10139082" cy="111707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Test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mean(Student_Grades$Test1)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81.57407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59" y="4881387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num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num&lt;-c(1,2,3,4,5,6)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mean(num)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3.5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9368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955" y="1796007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Center: Mean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mean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1" y="2802998"/>
            <a:ext cx="10139082" cy="148627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Test 1 and we name it mean_Test1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mean_Test1 &lt;-mean(Student_Grades$Test1)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&gt;#To see the value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&gt;mean_Test1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81.57407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69" y="4771305"/>
            <a:ext cx="10139082" cy="18226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num and we name it mean_num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num&lt;-c(1,2,3,4,5,6)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mean_num&lt;-mean(num)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&gt;#To see the value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&gt;mean_num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3.5</a:t>
            </a:r>
          </a:p>
        </p:txBody>
      </p:sp>
    </p:spTree>
    <p:extLst>
      <p:ext uri="{BB962C8B-B14F-4D97-AF65-F5344CB8AC3E}">
        <p14:creationId xmlns:p14="http://schemas.microsoft.com/office/powerpoint/2010/main" val="442684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544" y="1941373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Center: Trimmed Mean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trimmed mean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3094082"/>
            <a:ext cx="10139082" cy="111707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10% trimmed mean for the variable Test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mean(Student_Grades$Test1,trim = 0.1)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87.34091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59" y="4881386"/>
            <a:ext cx="10139082" cy="154630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10% mean for the variable num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num&lt;-c(1,2,3,4,5,6,7,8,9,10)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mean(num,trim = 0.1)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5.5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30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374" y="1941373"/>
            <a:ext cx="10139082" cy="454010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Center: Median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median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3094082"/>
            <a:ext cx="10139082" cy="111707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Test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median(Student_Grades$Test1)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88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59" y="4881387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num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num&lt;-c(1,2,3,4,5,6)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median(num)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3.5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03FB5B-5556-0933-5CC0-94C9B1672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58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374" y="1941373"/>
            <a:ext cx="10139082" cy="454010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Spread: Range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range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3094081"/>
            <a:ext cx="10139082" cy="178730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range of values for the variable Test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range(Student_Grades$Test1)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0 100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&gt;#To get the value of the range</a:t>
            </a: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diff(</a:t>
            </a: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range(Student_Grades$Test1))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100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5338588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num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num&lt;-c(1,2,3,4,5,6)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median(num)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3.5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03FB5B-5556-0933-5CC0-94C9B1672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63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870" y="345143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328" y="1449740"/>
            <a:ext cx="10139082" cy="454010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Spread: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Deviation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sample standard deviation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2474549"/>
            <a:ext cx="10139082" cy="13670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sample standard deviation of values for the variable Test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sd(Student_Grades$Test1)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24.51846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90" y="4984615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sample standard deviation for the variable num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num&lt;-c(1,2,3,4,5,6)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sd(num)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1.870829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03FB5B-5556-0933-5CC0-94C9B1672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107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870" y="345143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328" y="1158945"/>
            <a:ext cx="10139082" cy="454010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Spread: Population Standard Deviation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2157417"/>
            <a:ext cx="10139082" cy="43554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function will give the population standard deviation for a variable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Pop_SD = function(variable)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n&lt;-length(variable)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sample_sd&lt;-sd(variable)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population_sd = sample_sd*sqrt((n-1)/n)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print(population_sd)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}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&gt;#Use this code to determine population standard deviation if Test 1 and Var are populations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&gt;Pop_SD(Student_Grades$Test1)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24.29037</a:t>
            </a:r>
          </a:p>
          <a:p>
            <a:pPr>
              <a:lnSpc>
                <a:spcPct val="107000"/>
              </a:lnSpc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num&lt;-c(1,2,3,4,5,6)</a:t>
            </a:r>
          </a:p>
          <a:p>
            <a:pPr>
              <a:lnSpc>
                <a:spcPct val="107000"/>
              </a:lnSpc>
            </a:pPr>
            <a:r>
              <a:rPr lang="pt-BR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&gt;Pop_SD(num)</a:t>
            </a:r>
            <a:endParaRPr lang="pt-BR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1.707825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03FB5B-5556-0933-5CC0-94C9B1672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362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374" y="1941373"/>
            <a:ext cx="10139082" cy="454010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Spread: Sample Variance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sample variance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3094082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standard deviation of values for the variable Test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var(Student_Grades$Test1)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601.1548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5190530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num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num&lt;-c(1,2,3,4,5,6)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var(num)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3.5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03FB5B-5556-0933-5CC0-94C9B1672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540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374" y="1941373"/>
            <a:ext cx="10139082" cy="454010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Spread: Population Variance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2985247"/>
            <a:ext cx="10139082" cy="372035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function will give the population variance of a variable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Pop_Var = function(variable)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n&lt;-length(variable)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sample_var&lt;-var(variable)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population_var = sample_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*((n-1)/n)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print(population_var)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}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da-DK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&gt;Pop_Var(Student_Grades$Test1)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590.0223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da-DK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Pop_Var(num)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2.916667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03FB5B-5556-0933-5CC0-94C9B1672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735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374" y="1941373"/>
            <a:ext cx="10139082" cy="454010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Spread: IQR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IQR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3022851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IQR for the variable Test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IQR(Student_Grades$Test1)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11.5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5338588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IQR for the variable num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num&lt;-c(1,2,3,4,5,6,7,8,9,10)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&gt;IQR(num) 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4.5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03FB5B-5556-0933-5CC0-94C9B1672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07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374" y="1941373"/>
            <a:ext cx="10139082" cy="454010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Number Summary (Numerical Equivalent to the Boxplot)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5 number summary and the mean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3022851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5 number summary plus the mean for the variable Test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ummary(Student_Grades$Test1)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Min. 1st Qu.  Median    Mean 3rd Qu.    Max.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0.00   82.25   88.00   81.57   93.75  100.00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5190530"/>
            <a:ext cx="10139082" cy="13670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5 Number Summary plus the mean for the variable num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summary&lt;-c(1,2,3,4,5,6,7,8,9,10)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Min. 1st Qu.  Median    Mean 3rd Qu.    Max. 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1.00    3.25         5.50    5.50        7.75   10.00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03FB5B-5556-0933-5CC0-94C9B1672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183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544" y="1941373"/>
            <a:ext cx="9840911" cy="386027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missing values using na.rm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uploading the file, Student_Grades: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create a vector with values, code to determine the mean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12E-0CAA-AD77-0080-1D77E6CB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2849A5E-CCA5-749B-B445-2E6866F46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870" y="3094082"/>
            <a:ext cx="10139082" cy="111707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Test 1 if there are any missing values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mean(Student_Grades$Test1,na.rm = TRUE)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81.57407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E59677-DE3A-53A7-2764-B0690A37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F8F2CEFA-862B-EADA-AB49-DC3EAE036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459" y="4881386"/>
            <a:ext cx="10139082" cy="154630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&gt;#This code will give the mean for the variable num where num has one missing variable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num&lt;-c(1,2,3,4,5,NA,7,8,9,10)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mean(num,na.rm = TRUE)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[1] 5.444444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95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1ED4-8E7F-0FBD-9496-13DC7C38E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433432"/>
            <a:ext cx="9906000" cy="11170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6: R and Numerical Summaries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2AA1-933B-D1A3-3F26-5CB43F85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1875899"/>
            <a:ext cx="9840911" cy="3860273"/>
          </a:xfrm>
        </p:spPr>
        <p:txBody>
          <a:bodyPr anchor="t"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F19DE-2202-9FD8-01F7-0F5937CB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455AC-9A71-459F-8ACA-97F21AD83B0E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2B8D7B-6D91-71F5-3FA5-256DA66A0306}"/>
              </a:ext>
            </a:extLst>
          </p:cNvPr>
          <p:cNvSpPr txBox="1">
            <a:spLocks/>
          </p:cNvSpPr>
          <p:nvPr/>
        </p:nvSpPr>
        <p:spPr>
          <a:xfrm>
            <a:off x="1175544" y="1550505"/>
            <a:ext cx="9840911" cy="485029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Wrap-Up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&amp; Trimmed Mean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Spread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and Standard Deviation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Number Summary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Missing Values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640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449</TotalTime>
  <Words>1385</Words>
  <Application>Microsoft Office PowerPoint</Application>
  <PresentationFormat>Widescreen</PresentationFormat>
  <Paragraphs>237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Tw Cen MT</vt:lpstr>
      <vt:lpstr>Circuit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  <vt:lpstr>Topic 6: R and Numerical Summaries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1: Programing in R Using the R Studio Interface</dc:title>
  <dc:creator>Susan Claire Mazzullo</dc:creator>
  <cp:lastModifiedBy>Susan Claire Mazzullo</cp:lastModifiedBy>
  <cp:revision>19</cp:revision>
  <dcterms:created xsi:type="dcterms:W3CDTF">2022-06-28T14:23:18Z</dcterms:created>
  <dcterms:modified xsi:type="dcterms:W3CDTF">2022-07-22T16:19:34Z</dcterms:modified>
</cp:coreProperties>
</file>